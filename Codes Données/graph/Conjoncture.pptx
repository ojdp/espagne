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Espagne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Conjoncture</a:t>
            </a:r>
            <a:br/>
            <a:br/>
            <a:r>
              <a:rPr/>
              <a:t>Ombeline Jullien de Pommerol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2027-03-08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Graphique 1: Les freins à la production selon les secteurs</a:t>
            </a:r>
          </a:p>
        </p:txBody>
      </p:sp>
      <p:pic>
        <p:nvPicPr>
          <p:cNvPr descr="Conjoncture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Graphique 2: Les indicateurs de confiance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 secteur</a:t>
            </a:r>
          </a:p>
        </p:txBody>
      </p:sp>
      <p:pic>
        <p:nvPicPr>
          <p:cNvPr descr="Conjoncture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 consommateurs</a:t>
            </a:r>
          </a:p>
        </p:txBody>
      </p:sp>
      <p:pic>
        <p:nvPicPr>
          <p:cNvPr descr="Conjoncture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L’économie globale</a:t>
            </a:r>
          </a:p>
        </p:txBody>
      </p:sp>
      <p:pic>
        <p:nvPicPr>
          <p:cNvPr descr="Conjoncture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Espagne</dc:title>
  <dc:creator>Ombeline Jullien de Pommerol</dc:creator>
  <cp:keywords/>
  <dcterms:created xsi:type="dcterms:W3CDTF">2025-08-27T14:00:46Z</dcterms:created>
  <dcterms:modified xsi:type="dcterms:W3CDTF">2025-08-27T14:00:46Z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2027-03-08</vt:lpwstr>
  </property>
  <property fmtid="{D5CDD505-2E9C-101B-9397-08002B2CF9AE}" pid="8" name="editor">
    <vt:lpwstr>visual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subtitle">
    <vt:lpwstr>Conjoncture</vt:lpwstr>
  </property>
  <property fmtid="{D5CDD505-2E9C-101B-9397-08002B2CF9AE}" pid="14" name="toc-title">
    <vt:lpwstr>Table of contents</vt:lpwstr>
  </property>
</Properties>
</file>